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品牌模板演示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副标题占位符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内容页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条目一</a:t>
            </a:r>
          </a:p>
          <a:p>
            <a:r>
              <a:t>• 条目二</a:t>
            </a:r>
          </a:p>
          <a:p>
            <a:r>
              <a:t>• 条目三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